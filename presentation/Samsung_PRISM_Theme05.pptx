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/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LLM agents traditionally block on tool execution.</a:t>
            </a:r>
          </a:p>
          <a:p>
            <a:r>
              <a:rPr sz="1800"/>
              <a:t>- Real-world voice conversations demand real-time interruption.</a:t>
            </a:r>
          </a:p>
          <a:p>
            <a:r>
              <a:rPr sz="1800"/>
              <a:t>- Challenge: Build an interruptible agent resisting stale data 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Theme 05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Fast Path: Acknowledge immediately.</a:t>
            </a:r>
          </a:p>
          <a:p>
            <a:r>
              <a:rPr sz="1800"/>
              <a:t>- Slow Path: Async background tool execution.</a:t>
            </a:r>
          </a:p>
          <a:p>
            <a:r>
              <a:rPr sz="1800"/>
              <a:t>- Full-Duplex: Graceful interruption handling and rollback prevention.</a:t>
            </a:r>
          </a:p>
          <a:p>
            <a:r>
              <a:rPr sz="1800"/>
              <a:t>- Evaluation: LiveKit Voice Agent via FDB-v3.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livekit_agent.py: WebRTC LiveKit Voice Pipeline (STT -&gt; LLM -&gt; TTS).</a:t>
            </a:r>
          </a:p>
          <a:p>
            <a:r>
              <a:rPr sz="1800"/>
              <a:t>- core.py: Concurrency-safe event processing loop.</a:t>
            </a:r>
          </a:p>
          <a:p>
            <a:r>
              <a:rPr sz="1800"/>
              <a:t>- state.py: Generational state snapshotting.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LiveKit + FDB-v3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Built on livekit-agents and livekit-plugins-openai.</a:t>
            </a:r>
          </a:p>
          <a:p>
            <a:r>
              <a:rPr sz="1800"/>
              <a:t>- Uses llm.ai_callable plugins delegating to internal coordination engine.</a:t>
            </a:r>
          </a:p>
          <a:p>
            <a:r>
              <a:rPr sz="1800"/>
              <a:t>- FDB-v3 compatibility achieved through standard LiveKit entrypoints.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Interruption / Cancellation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Interruptions increment the generation counter on SessionState.</a:t>
            </a:r>
          </a:p>
          <a:p>
            <a:r>
              <a:rPr sz="1800"/>
              <a:t>- Active async tasks map to a stale generation.</a:t>
            </a:r>
          </a:p>
          <a:p>
            <a:r>
              <a:rPr sz="1800"/>
              <a:t>- Tasks are either CancelledError aborted or structurally ignored.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 Results (FDB-v3)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Status: Benchmark completed partially (30/100) due to Groq rate limits.</a:t>
            </a:r>
          </a:p>
          <a:p>
            <a:r>
              <a:rPr sz="1800"/>
              <a:t>- Tool Selection Acc: 77.3%</a:t>
            </a:r>
          </a:p>
          <a:p>
            <a:r>
              <a:rPr sz="1800"/>
              <a:t>- Argument Acc: 47.0%</a:t>
            </a:r>
          </a:p>
          <a:p>
            <a:r>
              <a:rPr sz="1800"/>
              <a:t>- Strict Pass Rate: 33.3%</a:t>
            </a:r>
          </a:p>
          <a:p>
            <a:r>
              <a:rPr sz="1800"/>
              <a:t>- Evaluation script used: evaluate_tool_calls.py and evaluate_pass_rate.py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Extension Use Case - In-Car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Scenario: Driver navigates to 'Chennai Central', then corrects to 'VIT Vellore'.</a:t>
            </a:r>
          </a:p>
          <a:p>
            <a:r>
              <a:rPr sz="1800"/>
              <a:t>- Execution: Initial routing canceled/ignored in real-time.</a:t>
            </a:r>
          </a:p>
          <a:p>
            <a:r>
              <a:rPr sz="1800"/>
              <a:t>- Agent routes to new destination without duplicate state mutation.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/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- Built a highly robust, full-duplex conversational coordinator.</a:t>
            </a:r>
          </a:p>
          <a:p>
            <a:r>
              <a:rPr sz="1800"/>
              <a:t>- Solves LLM latency bottlenecks elegantly.</a:t>
            </a:r>
          </a:p>
          <a:p>
            <a:r>
              <a:rPr sz="1800"/>
              <a:t>- Next Step: Enterprise-scale cloud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