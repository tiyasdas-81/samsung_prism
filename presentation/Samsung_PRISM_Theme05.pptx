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Problem / 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- Need: Interruptible real-time voice agents (e.g. driving assistants).</a:t>
            </a:r>
          </a:p>
          <a:p>
            <a:r>
              <a:rPr sz="1600"/>
              <a:t>- Issue: Normal sequential voice agents fail under interruption or self-correction.</a:t>
            </a:r>
          </a:p>
          <a:p>
            <a:r>
              <a:rPr sz="1600"/>
              <a:t>- Result: Stale state mutations, blocking UI, and poor user experience.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Proposed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- Coordination Layer: Orchestrates events between speech, LLM, and tools.</a:t>
            </a:r>
          </a:p>
          <a:p>
            <a:r>
              <a:rPr sz="1600"/>
              <a:t>- Fast/Slow Path: Acknowledge fast, execute tools async in background.</a:t>
            </a:r>
          </a:p>
          <a:p>
            <a:r>
              <a:rPr sz="1600"/>
              <a:t>- Interruption Detection: Cancel tasks when intent changes.</a:t>
            </a:r>
          </a:p>
          <a:p>
            <a:r>
              <a:rPr sz="1600"/>
              <a:t>- State Generations: Rollback protection via stale-result rejection.</a:t>
            </a:r>
          </a:p>
          <a:p>
            <a:r>
              <a:rPr sz="1600"/>
              <a:t>- Tool Validation: Idempotent operations.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- LiveKit Voice Agent Pipeline (STT -&gt; LLM -&gt; TTS).</a:t>
            </a:r>
          </a:p>
          <a:p>
            <a:r>
              <a:rPr sz="1600"/>
              <a:t>- Tool Layer: Custom @function_tool wrappers.</a:t>
            </a:r>
          </a:p>
          <a:p>
            <a:r>
              <a:rPr sz="1600"/>
              <a:t>- Interruption Flow: VAD speech trigger interrupts TTS, increments generation, cancels pending tool executions safely.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FDB-v3 Benchmark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- Official FDB-v3 Evaluation Framework.</a:t>
            </a:r>
          </a:p>
          <a:p>
            <a:r>
              <a:rPr sz="1600"/>
              <a:t>- LiveKit WebRTC backend.</a:t>
            </a:r>
          </a:p>
          <a:p>
            <a:r>
              <a:rPr sz="1600"/>
              <a:t>- Real Human Disfluencies: Handling mid-sentence corrections.</a:t>
            </a:r>
          </a:p>
          <a:p>
            <a:r>
              <a:rPr sz="1600"/>
              <a:t>- Tool Calling: Async dispatch mapped to generation states.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Actual Benchmark Results (LOCAL/PARTIAL)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- 30/100 scenarios completed. Run stopped at #30 due to Groq API 429 rate limit.</a:t>
            </a:r>
          </a:p>
          <a:p>
            <a:r>
              <a:rPr sz="1600"/>
              <a:t>- Tool Selection Accuracy: 77.3%</a:t>
            </a:r>
          </a:p>
          <a:p>
            <a:r>
              <a:rPr sz="1600"/>
              <a:t>- Argument Accuracy: 47.0%</a:t>
            </a:r>
          </a:p>
          <a:p>
            <a:r>
              <a:rPr sz="1600"/>
              <a:t>- Strict Pass Rate: 33.3%</a:t>
            </a:r>
          </a:p>
          <a:p>
            <a:r>
              <a:rPr sz="1600"/>
              <a:t>- Note: These are partial results from fallback models (qwen3.8-27b), not 100-scenario metrics.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Extension Use Case (In-Car Assistant)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- Scenario: In-Car Destination Change Assistant.</a:t>
            </a:r>
          </a:p>
          <a:p>
            <a:r>
              <a:rPr sz="1600"/>
              <a:t>- Flow: Navigate to 'Chennai Central' -&gt; Interrupt -&gt; Correct to 'VIT Vellore'.</a:t>
            </a:r>
          </a:p>
          <a:p>
            <a:r>
              <a:rPr sz="1600"/>
              <a:t>- Resolution: Stale route (Chennai) is discarded; corrected destination (VIT Vellore) is processed cleanly.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Demo &amp; Reproducibility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- Reproducible: Full tool layer, async interception, and single-sample run.</a:t>
            </a:r>
          </a:p>
          <a:p>
            <a:r>
              <a:rPr sz="1600"/>
              <a:t>- Limitations: GPT-4o dependent metrics (Latency/LLM-judge) are unavailable locally and not claimed.</a:t>
            </a:r>
          </a:p>
          <a:p>
            <a:r>
              <a:rPr sz="1600"/>
              <a:t>- Environment: Python 3.11, LiveKit Agents 1.8.3, Groq LLM/STT, ElevenLabs TTS.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Conclusion &amp; Disclosures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- Built a strictly robust, full-duplex conversational coordinator.</a:t>
            </a:r>
          </a:p>
          <a:p>
            <a:r>
              <a:rPr sz="1600"/>
              <a:t>- AI Disclosure: Developed with assistance from Google DeepMind Antigravity AI for architecture design and testing.</a:t>
            </a:r>
          </a:p>
          <a:p>
            <a:r>
              <a:rPr sz="1600"/>
              <a:t>- GitHub Repo: TiyasDas-81/Samsung_Prism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